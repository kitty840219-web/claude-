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dab2156804707" /><Relationship Type="http://schemas.openxmlformats.org/officeDocument/2006/relationships/extended-properties" Target="/docProps/app.xml" Id="Rb7bdaa7020d74ad9" /><Relationship Type="http://schemas.openxmlformats.org/officeDocument/2006/relationships/officeDocument" Target="/ppt/presentation.xml" Id="Redf71eb71958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2bcc1fa5f24a70"/>
  </p:sldMasterIdLst>
  <p:notesMasterIdLst>
    <p:notesMasterId xmlns:r="http://schemas.openxmlformats.org/officeDocument/2006/relationships" r:id="R05614d8a03354997"/>
  </p:notesMasterIdLst>
  <p:sldIdLst>
    <p:sldId xmlns:r="http://schemas.openxmlformats.org/officeDocument/2006/relationships" id="256" r:id="R444195d00dd942a5"/>
    <p:sldId xmlns:r="http://schemas.openxmlformats.org/officeDocument/2006/relationships" id="257" r:id="R67ed5cc7cda14cb1"/>
    <p:sldId xmlns:r="http://schemas.openxmlformats.org/officeDocument/2006/relationships" id="258" r:id="R63f1c3097b0e44ef"/>
    <p:sldId xmlns:r="http://schemas.openxmlformats.org/officeDocument/2006/relationships" id="259" r:id="R7858f52ae2ca4908"/>
    <p:sldId xmlns:r="http://schemas.openxmlformats.org/officeDocument/2006/relationships" id="260" r:id="R37f41d733e3245e2"/>
    <p:sldId xmlns:r="http://schemas.openxmlformats.org/officeDocument/2006/relationships" id="261" r:id="R9d861fba9f9e4404"/>
    <p:sldId xmlns:r="http://schemas.openxmlformats.org/officeDocument/2006/relationships" id="262" r:id="R07f2f53517944844"/>
    <p:sldId xmlns:r="http://schemas.openxmlformats.org/officeDocument/2006/relationships" id="263" r:id="R72365ad1dbf640a8"/>
    <p:sldId xmlns:r="http://schemas.openxmlformats.org/officeDocument/2006/relationships" id="264" r:id="Re45e3b0cca5f45dc"/>
    <p:sldId xmlns:r="http://schemas.openxmlformats.org/officeDocument/2006/relationships" id="265" r:id="R1584337ec73346e4"/>
    <p:sldId xmlns:r="http://schemas.openxmlformats.org/officeDocument/2006/relationships" id="266" r:id="R4883d3175572437d"/>
    <p:sldId xmlns:r="http://schemas.openxmlformats.org/officeDocument/2006/relationships" id="267" r:id="Rf8cb33c75eec47df"/>
    <p:sldId xmlns:r="http://schemas.openxmlformats.org/officeDocument/2006/relationships" id="268" r:id="Rf21f54b681dc4d22"/>
    <p:sldId xmlns:r="http://schemas.openxmlformats.org/officeDocument/2006/relationships" id="269" r:id="R23eff82748e441c6"/>
    <p:sldId xmlns:r="http://schemas.openxmlformats.org/officeDocument/2006/relationships" id="270" r:id="R99182196f0084a5f"/>
    <p:sldId xmlns:r="http://schemas.openxmlformats.org/officeDocument/2006/relationships" id="271" r:id="R695a78cdab7b4b61"/>
    <p:sldId xmlns:r="http://schemas.openxmlformats.org/officeDocument/2006/relationships" id="272" r:id="R96e54c1f30404118"/>
    <p:sldId xmlns:r="http://schemas.openxmlformats.org/officeDocument/2006/relationships" id="273" r:id="R4051dd3f77c444a3"/>
    <p:sldId xmlns:r="http://schemas.openxmlformats.org/officeDocument/2006/relationships" id="274" r:id="R3e5846db5ff946b3"/>
    <p:sldId xmlns:r="http://schemas.openxmlformats.org/officeDocument/2006/relationships" id="275" r:id="R13773cf98fdc406c"/>
    <p:sldId xmlns:r="http://schemas.openxmlformats.org/officeDocument/2006/relationships" id="276" r:id="R30e6844dc071421e"/>
    <p:sldId xmlns:r="http://schemas.openxmlformats.org/officeDocument/2006/relationships" id="277" r:id="Rec5d6c4ab6374576"/>
    <p:sldId xmlns:r="http://schemas.openxmlformats.org/officeDocument/2006/relationships" id="278" r:id="R16a97e962bed4973"/>
    <p:sldId xmlns:r="http://schemas.openxmlformats.org/officeDocument/2006/relationships" id="279" r:id="R61e850f6015541b3"/>
    <p:sldId xmlns:r="http://schemas.openxmlformats.org/officeDocument/2006/relationships" id="280" r:id="R9aa36bed34e74886"/>
    <p:sldId xmlns:r="http://schemas.openxmlformats.org/officeDocument/2006/relationships" id="281" r:id="Rebb05a3f617d4c5f"/>
    <p:sldId xmlns:r="http://schemas.openxmlformats.org/officeDocument/2006/relationships" id="282" r:id="R5c3c973948464597"/>
    <p:sldId xmlns:r="http://schemas.openxmlformats.org/officeDocument/2006/relationships" id="283" r:id="R6fec8aa6c3914840"/>
    <p:sldId xmlns:r="http://schemas.openxmlformats.org/officeDocument/2006/relationships" id="284" r:id="R959475af57214959"/>
    <p:sldId xmlns:r="http://schemas.openxmlformats.org/officeDocument/2006/relationships" id="285" r:id="R1b3baeca12574aa0"/>
    <p:sldId xmlns:r="http://schemas.openxmlformats.org/officeDocument/2006/relationships" id="286" r:id="R0842af4ed0294443"/>
    <p:sldId xmlns:r="http://schemas.openxmlformats.org/officeDocument/2006/relationships" id="287" r:id="R742ec734c1684d5e"/>
    <p:sldId xmlns:r="http://schemas.openxmlformats.org/officeDocument/2006/relationships" id="288" r:id="Rca848781a97b4d59"/>
    <p:sldId xmlns:r="http://schemas.openxmlformats.org/officeDocument/2006/relationships" id="289" r:id="R840a49be92314ec8"/>
    <p:sldId xmlns:r="http://schemas.openxmlformats.org/officeDocument/2006/relationships" id="290" r:id="R85c3c54937e9449d"/>
    <p:sldId xmlns:r="http://schemas.openxmlformats.org/officeDocument/2006/relationships" id="291" r:id="R9799b6f5eedc4c80"/>
    <p:sldId xmlns:r="http://schemas.openxmlformats.org/officeDocument/2006/relationships" id="292" r:id="R1f9e443159dd4344"/>
    <p:sldId xmlns:r="http://schemas.openxmlformats.org/officeDocument/2006/relationships" id="293" r:id="R4662b44a330d4402"/>
    <p:sldId xmlns:r="http://schemas.openxmlformats.org/officeDocument/2006/relationships" id="294" r:id="Rcff47f07cdc54df0"/>
    <p:sldId xmlns:r="http://schemas.openxmlformats.org/officeDocument/2006/relationships" id="295" r:id="Rdd1ebaf5a8ea4d41"/>
    <p:sldId xmlns:r="http://schemas.openxmlformats.org/officeDocument/2006/relationships" id="296" r:id="R918c797e2f9f48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8bb85ce07412e" /><Relationship Type="http://schemas.openxmlformats.org/officeDocument/2006/relationships/slideMaster" Target="/ppt/slideMasters/slideMaster1.xml" Id="R202bcc1fa5f24a70" /><Relationship Type="http://schemas.openxmlformats.org/officeDocument/2006/relationships/notesMaster" Target="/ppt/notesMasters/notesMaster1.xml" Id="R05614d8a03354997" /><Relationship Type="http://schemas.openxmlformats.org/officeDocument/2006/relationships/presProps" Target="/ppt/presProps.xml" Id="Rf3aca3f95531424f" /><Relationship Type="http://schemas.openxmlformats.org/officeDocument/2006/relationships/tableStyles" Target="/ppt/tableStyles.xml" Id="R5844ceb073e44eca" /><Relationship Type="http://schemas.openxmlformats.org/officeDocument/2006/relationships/slide" Target="/ppt/slides/slide1.xml" Id="R444195d00dd942a5" /><Relationship Type="http://schemas.openxmlformats.org/officeDocument/2006/relationships/slide" Target="/ppt/slides/slide2.xml" Id="R67ed5cc7cda14cb1" /><Relationship Type="http://schemas.openxmlformats.org/officeDocument/2006/relationships/slide" Target="/ppt/slides/slide3.xml" Id="R63f1c3097b0e44ef" /><Relationship Type="http://schemas.openxmlformats.org/officeDocument/2006/relationships/slide" Target="/ppt/slides/slide4.xml" Id="R7858f52ae2ca4908" /><Relationship Type="http://schemas.openxmlformats.org/officeDocument/2006/relationships/slide" Target="/ppt/slides/slide5.xml" Id="R37f41d733e3245e2" /><Relationship Type="http://schemas.openxmlformats.org/officeDocument/2006/relationships/slide" Target="/ppt/slides/slide6.xml" Id="R9d861fba9f9e4404" /><Relationship Type="http://schemas.openxmlformats.org/officeDocument/2006/relationships/slide" Target="/ppt/slides/slide7.xml" Id="R07f2f53517944844" /><Relationship Type="http://schemas.openxmlformats.org/officeDocument/2006/relationships/slide" Target="/ppt/slides/slide8.xml" Id="R72365ad1dbf640a8" /><Relationship Type="http://schemas.openxmlformats.org/officeDocument/2006/relationships/slide" Target="/ppt/slides/slide9.xml" Id="Re45e3b0cca5f45dc" /><Relationship Type="http://schemas.openxmlformats.org/officeDocument/2006/relationships/slide" Target="/ppt/slides/slide10.xml" Id="R1584337ec73346e4" /><Relationship Type="http://schemas.openxmlformats.org/officeDocument/2006/relationships/slide" Target="/ppt/slides/slide11.xml" Id="R4883d3175572437d" /><Relationship Type="http://schemas.openxmlformats.org/officeDocument/2006/relationships/slide" Target="/ppt/slides/slide12.xml" Id="Rf8cb33c75eec47df" /><Relationship Type="http://schemas.openxmlformats.org/officeDocument/2006/relationships/slide" Target="/ppt/slides/slide13.xml" Id="Rf21f54b681dc4d22" /><Relationship Type="http://schemas.openxmlformats.org/officeDocument/2006/relationships/slide" Target="/ppt/slides/slide14.xml" Id="R23eff82748e441c6" /><Relationship Type="http://schemas.openxmlformats.org/officeDocument/2006/relationships/slide" Target="/ppt/slides/slide15.xml" Id="R99182196f0084a5f" /><Relationship Type="http://schemas.openxmlformats.org/officeDocument/2006/relationships/slide" Target="/ppt/slides/slide16.xml" Id="R695a78cdab7b4b61" /><Relationship Type="http://schemas.openxmlformats.org/officeDocument/2006/relationships/slide" Target="/ppt/slides/slide17.xml" Id="R96e54c1f30404118" /><Relationship Type="http://schemas.openxmlformats.org/officeDocument/2006/relationships/slide" Target="/ppt/slides/slide18.xml" Id="R4051dd3f77c444a3" /><Relationship Type="http://schemas.openxmlformats.org/officeDocument/2006/relationships/slide" Target="/ppt/slides/slide19.xml" Id="R3e5846db5ff946b3" /><Relationship Type="http://schemas.openxmlformats.org/officeDocument/2006/relationships/slide" Target="/ppt/slides/slide20.xml" Id="R13773cf98fdc406c" /><Relationship Type="http://schemas.openxmlformats.org/officeDocument/2006/relationships/slide" Target="/ppt/slides/slide21.xml" Id="R30e6844dc071421e" /><Relationship Type="http://schemas.openxmlformats.org/officeDocument/2006/relationships/slide" Target="/ppt/slides/slide22.xml" Id="Rec5d6c4ab6374576" /><Relationship Type="http://schemas.openxmlformats.org/officeDocument/2006/relationships/slide" Target="/ppt/slides/slide23.xml" Id="R16a97e962bed4973" /><Relationship Type="http://schemas.openxmlformats.org/officeDocument/2006/relationships/slide" Target="/ppt/slides/slide24.xml" Id="R61e850f6015541b3" /><Relationship Type="http://schemas.openxmlformats.org/officeDocument/2006/relationships/slide" Target="/ppt/slides/slide25.xml" Id="R9aa36bed34e74886" /><Relationship Type="http://schemas.openxmlformats.org/officeDocument/2006/relationships/slide" Target="/ppt/slides/slide26.xml" Id="Rebb05a3f617d4c5f" /><Relationship Type="http://schemas.openxmlformats.org/officeDocument/2006/relationships/slide" Target="/ppt/slides/slide27.xml" Id="R5c3c973948464597" /><Relationship Type="http://schemas.openxmlformats.org/officeDocument/2006/relationships/slide" Target="/ppt/slides/slide28.xml" Id="R6fec8aa6c3914840" /><Relationship Type="http://schemas.openxmlformats.org/officeDocument/2006/relationships/slide" Target="/ppt/slides/slide29.xml" Id="R959475af57214959" /><Relationship Type="http://schemas.openxmlformats.org/officeDocument/2006/relationships/slide" Target="/ppt/slides/slide30.xml" Id="R1b3baeca12574aa0" /><Relationship Type="http://schemas.openxmlformats.org/officeDocument/2006/relationships/slide" Target="/ppt/slides/slide31.xml" Id="R0842af4ed0294443" /><Relationship Type="http://schemas.openxmlformats.org/officeDocument/2006/relationships/slide" Target="/ppt/slides/slide32.xml" Id="R742ec734c1684d5e" /><Relationship Type="http://schemas.openxmlformats.org/officeDocument/2006/relationships/slide" Target="/ppt/slides/slide33.xml" Id="Rca848781a97b4d59" /><Relationship Type="http://schemas.openxmlformats.org/officeDocument/2006/relationships/slide" Target="/ppt/slides/slide34.xml" Id="R840a49be92314ec8" /><Relationship Type="http://schemas.openxmlformats.org/officeDocument/2006/relationships/slide" Target="/ppt/slides/slide35.xml" Id="R85c3c54937e9449d" /><Relationship Type="http://schemas.openxmlformats.org/officeDocument/2006/relationships/slide" Target="/ppt/slides/slide36.xml" Id="R9799b6f5eedc4c80" /><Relationship Type="http://schemas.openxmlformats.org/officeDocument/2006/relationships/slide" Target="/ppt/slides/slide37.xml" Id="R1f9e443159dd4344" /><Relationship Type="http://schemas.openxmlformats.org/officeDocument/2006/relationships/slide" Target="/ppt/slides/slide38.xml" Id="R4662b44a330d4402" /><Relationship Type="http://schemas.openxmlformats.org/officeDocument/2006/relationships/slide" Target="/ppt/slides/slide39.xml" Id="Rcff47f07cdc54df0" /><Relationship Type="http://schemas.openxmlformats.org/officeDocument/2006/relationships/slide" Target="/ppt/slides/slide40.xml" Id="Rdd1ebaf5a8ea4d41" /><Relationship Type="http://schemas.openxmlformats.org/officeDocument/2006/relationships/slide" Target="/ppt/slides/slide41.xml" Id="R918c797e2f9f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1a9df3ad2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f64d109824d84" /><Relationship Type="http://schemas.openxmlformats.org/officeDocument/2006/relationships/notesMaster" Target="/ppt/notesMasters/notesMaster1.xml" Id="Rc351b842b7ea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64bbf541e450a" /><Relationship Type="http://schemas.openxmlformats.org/officeDocument/2006/relationships/notesMaster" Target="/ppt/notesMasters/notesMaster1.xml" Id="R37f37bd15299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111183163452a" /><Relationship Type="http://schemas.openxmlformats.org/officeDocument/2006/relationships/notesMaster" Target="/ppt/notesMasters/notesMaster1.xml" Id="R86a717cf1a65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c49e06e0bc4519" /><Relationship Type="http://schemas.openxmlformats.org/officeDocument/2006/relationships/notesMaster" Target="/ppt/notesMasters/notesMaster1.xml" Id="Rd5d97a16af07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8a89c5e7e4cc1" /><Relationship Type="http://schemas.openxmlformats.org/officeDocument/2006/relationships/notesMaster" Target="/ppt/notesMasters/notesMaster1.xml" Id="R68f07f2bee6841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ed622494d4bd9" /><Relationship Type="http://schemas.openxmlformats.org/officeDocument/2006/relationships/notesMaster" Target="/ppt/notesMasters/notesMaster1.xml" Id="R56c7b9e64ff04e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8dff5e6d9f44bd" /><Relationship Type="http://schemas.openxmlformats.org/officeDocument/2006/relationships/notesMaster" Target="/ppt/notesMasters/notesMaster1.xml" Id="R7185b8345ef94b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079e8620c54308" /><Relationship Type="http://schemas.openxmlformats.org/officeDocument/2006/relationships/notesMaster" Target="/ppt/notesMasters/notesMaster1.xml" Id="Ra553053fce1e4a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c8121e233f49c7" /><Relationship Type="http://schemas.openxmlformats.org/officeDocument/2006/relationships/notesMaster" Target="/ppt/notesMasters/notesMaster1.xml" Id="Raabc562bba6944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4a31385c1844e2" /><Relationship Type="http://schemas.openxmlformats.org/officeDocument/2006/relationships/notesMaster" Target="/ppt/notesMasters/notesMaster1.xml" Id="R0c94b3b9c63444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196700e4846ca" /><Relationship Type="http://schemas.openxmlformats.org/officeDocument/2006/relationships/notesMaster" Target="/ppt/notesMasters/notesMaster1.xml" Id="R0c7df9b5a3cd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b2ae079a134c95" /><Relationship Type="http://schemas.openxmlformats.org/officeDocument/2006/relationships/notesMaster" Target="/ppt/notesMasters/notesMaster1.xml" Id="R6632e2b6e81842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6763e1278541b3" /><Relationship Type="http://schemas.openxmlformats.org/officeDocument/2006/relationships/notesMaster" Target="/ppt/notesMasters/notesMaster1.xml" Id="Rfdf89294ddf546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ad6079684343e4" /><Relationship Type="http://schemas.openxmlformats.org/officeDocument/2006/relationships/notesMaster" Target="/ppt/notesMasters/notesMaster1.xml" Id="R06adb5d2d6e045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c39cb36c10413f" /><Relationship Type="http://schemas.openxmlformats.org/officeDocument/2006/relationships/notesMaster" Target="/ppt/notesMasters/notesMaster1.xml" Id="R78213ecb08e94e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81b57c064e4a8a" /><Relationship Type="http://schemas.openxmlformats.org/officeDocument/2006/relationships/notesMaster" Target="/ppt/notesMasters/notesMaster1.xml" Id="Rf2930d6d43474f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82efe499fd45f2" /><Relationship Type="http://schemas.openxmlformats.org/officeDocument/2006/relationships/notesMaster" Target="/ppt/notesMasters/notesMaster1.xml" Id="R4b73a93536e049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d0d9eb0d4c4477" /><Relationship Type="http://schemas.openxmlformats.org/officeDocument/2006/relationships/notesMaster" Target="/ppt/notesMasters/notesMaster1.xml" Id="Rfbca7975ef9946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d2efd2db304a6d" /><Relationship Type="http://schemas.openxmlformats.org/officeDocument/2006/relationships/notesMaster" Target="/ppt/notesMasters/notesMaster1.xml" Id="Rb85fab6febb548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39bedfa198485e" /><Relationship Type="http://schemas.openxmlformats.org/officeDocument/2006/relationships/notesMaster" Target="/ppt/notesMasters/notesMaster1.xml" Id="R526f69209a0c4c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5e1c6e693b4b7d" /><Relationship Type="http://schemas.openxmlformats.org/officeDocument/2006/relationships/notesMaster" Target="/ppt/notesMasters/notesMaster1.xml" Id="Rbdfe732dc3c74d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172a2a69c14a6a" /><Relationship Type="http://schemas.openxmlformats.org/officeDocument/2006/relationships/notesMaster" Target="/ppt/notesMasters/notesMaster1.xml" Id="R096c178baf4746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8392d02d6e4b63" /><Relationship Type="http://schemas.openxmlformats.org/officeDocument/2006/relationships/notesMaster" Target="/ppt/notesMasters/notesMaster1.xml" Id="R6f0fdce4e32643c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f72a0f9912440d" /><Relationship Type="http://schemas.openxmlformats.org/officeDocument/2006/relationships/notesMaster" Target="/ppt/notesMasters/notesMaster1.xml" Id="R55abd3aa0f934b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19d676f85f4871" /><Relationship Type="http://schemas.openxmlformats.org/officeDocument/2006/relationships/notesMaster" Target="/ppt/notesMasters/notesMaster1.xml" Id="R3aa107dbb1ec4f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9fbdd6db214469" /><Relationship Type="http://schemas.openxmlformats.org/officeDocument/2006/relationships/notesMaster" Target="/ppt/notesMasters/notesMaster1.xml" Id="Ra53ebf20c36a42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2fac9299ad4431" /><Relationship Type="http://schemas.openxmlformats.org/officeDocument/2006/relationships/notesMaster" Target="/ppt/notesMasters/notesMaster1.xml" Id="R623e7f7f793141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fbc2faaf07f495f" /><Relationship Type="http://schemas.openxmlformats.org/officeDocument/2006/relationships/notesMaster" Target="/ppt/notesMasters/notesMaster1.xml" Id="Rc39ee49ea5cc4c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8e50d2387e4038" /><Relationship Type="http://schemas.openxmlformats.org/officeDocument/2006/relationships/notesMaster" Target="/ppt/notesMasters/notesMaster1.xml" Id="R432ecc35e4f24f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622d9e11b548ce" /><Relationship Type="http://schemas.openxmlformats.org/officeDocument/2006/relationships/notesMaster" Target="/ppt/notesMasters/notesMaster1.xml" Id="R2fee540b2ca04a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f9e70ccc0e4c8e" /><Relationship Type="http://schemas.openxmlformats.org/officeDocument/2006/relationships/notesMaster" Target="/ppt/notesMasters/notesMaster1.xml" Id="Rea14a664b21f4db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5c859c9094c4f68" /><Relationship Type="http://schemas.openxmlformats.org/officeDocument/2006/relationships/notesMaster" Target="/ppt/notesMasters/notesMaster1.xml" Id="R5fb942edb8f244c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3d5581376c46ea" /><Relationship Type="http://schemas.openxmlformats.org/officeDocument/2006/relationships/notesMaster" Target="/ppt/notesMasters/notesMaster1.xml" Id="R45fea115e9d24ca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8400ca26f2473c" /><Relationship Type="http://schemas.openxmlformats.org/officeDocument/2006/relationships/notesMaster" Target="/ppt/notesMasters/notesMaster1.xml" Id="R3573b478795a42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44eee92566460b" /><Relationship Type="http://schemas.openxmlformats.org/officeDocument/2006/relationships/notesMaster" Target="/ppt/notesMasters/notesMaster1.xml" Id="Rc147aa38af6549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c6f5e6b9f14263" /><Relationship Type="http://schemas.openxmlformats.org/officeDocument/2006/relationships/notesMaster" Target="/ppt/notesMasters/notesMaster1.xml" Id="Rd5e4c6a3be854e3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5211180ca643c3" /><Relationship Type="http://schemas.openxmlformats.org/officeDocument/2006/relationships/notesMaster" Target="/ppt/notesMasters/notesMaster1.xml" Id="R8687a0850085446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57d5d1f0074367" /><Relationship Type="http://schemas.openxmlformats.org/officeDocument/2006/relationships/notesMaster" Target="/ppt/notesMasters/notesMaster1.xml" Id="R6233076e23804a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93dae5fee9462a" /><Relationship Type="http://schemas.openxmlformats.org/officeDocument/2006/relationships/notesMaster" Target="/ppt/notesMasters/notesMaster1.xml" Id="R11abe71e22204c9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8dd93c07d84371" /><Relationship Type="http://schemas.openxmlformats.org/officeDocument/2006/relationships/notesMaster" Target="/ppt/notesMasters/notesMaster1.xml" Id="Rc557550929c543a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28b921af1d840de" /><Relationship Type="http://schemas.openxmlformats.org/officeDocument/2006/relationships/notesMaster" Target="/ppt/notesMasters/notesMaster1.xml" Id="Rff4d5f63dfd1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4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5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6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7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8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9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10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11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12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13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14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15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16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17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18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19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20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21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22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23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24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25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26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27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28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29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30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31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32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33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34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35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36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37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38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39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40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內容與作品圖片整理自李宛容提供的 41 頁作品集 PDF，第 41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c1e7e023842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942f3f4414e39" /><Relationship Type="http://schemas.openxmlformats.org/officeDocument/2006/relationships/slideLayout" Target="/ppt/slideLayouts/slideLayout1.xml" Id="R972dbcf2c04f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2dbcf2c04f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4f1d890f4438" /><Relationship Type="http://schemas.openxmlformats.org/officeDocument/2006/relationships/image" Target="/ppt/media/image.bin" Id="R34e2919ce5984982" /><Relationship Type="http://schemas.openxmlformats.org/officeDocument/2006/relationships/notesSlide" Target="/ppt/notesSlides/notesSlide1.xml" Id="R225fdb1493634d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75cce8595468a" /><Relationship Type="http://schemas.openxmlformats.org/officeDocument/2006/relationships/image" Target="/ppt/media/image2.bin" Id="Rbb42a1e3d8904598" /><Relationship Type="http://schemas.openxmlformats.org/officeDocument/2006/relationships/notesSlide" Target="/ppt/notesSlides/notesSlide2.xml" Id="R481d490e96484e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91bd45ef64576" /><Relationship Type="http://schemas.openxmlformats.org/officeDocument/2006/relationships/image" Target="/ppt/media/image3.bin" Id="R9ecfc9eb214244ca" /><Relationship Type="http://schemas.openxmlformats.org/officeDocument/2006/relationships/notesSlide" Target="/ppt/notesSlides/notesSlide3.xml" Id="Rb188280dedb3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59128026c428d" /><Relationship Type="http://schemas.openxmlformats.org/officeDocument/2006/relationships/image" Target="/ppt/media/image4.bin" Id="R2ba7f91dda0841a2" /><Relationship Type="http://schemas.openxmlformats.org/officeDocument/2006/relationships/notesSlide" Target="/ppt/notesSlides/notesSlide4.xml" Id="R265b2fcbff0a4a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76e60a404490" /><Relationship Type="http://schemas.openxmlformats.org/officeDocument/2006/relationships/image" Target="/ppt/media/image5.bin" Id="R80ff3a7f24e5467a" /><Relationship Type="http://schemas.openxmlformats.org/officeDocument/2006/relationships/notesSlide" Target="/ppt/notesSlides/notesSlide5.xml" Id="R6304805a706548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07813fcd74018" /><Relationship Type="http://schemas.openxmlformats.org/officeDocument/2006/relationships/image" Target="/ppt/media/image6.bin" Id="R1215e264142749da" /><Relationship Type="http://schemas.openxmlformats.org/officeDocument/2006/relationships/notesSlide" Target="/ppt/notesSlides/notesSlide6.xml" Id="Rf64de0449f3a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6407b355e4bbd" /><Relationship Type="http://schemas.openxmlformats.org/officeDocument/2006/relationships/image" Target="/ppt/media/image7.bin" Id="R7af1f067fbc24255" /><Relationship Type="http://schemas.openxmlformats.org/officeDocument/2006/relationships/notesSlide" Target="/ppt/notesSlides/notesSlide7.xml" Id="R18b4124961ab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a46ce04ed49e5" /><Relationship Type="http://schemas.openxmlformats.org/officeDocument/2006/relationships/image" Target="/ppt/media/image8.bin" Id="R5984a2d8e9294fe4" /><Relationship Type="http://schemas.openxmlformats.org/officeDocument/2006/relationships/notesSlide" Target="/ppt/notesSlides/notesSlide8.xml" Id="R4a874476d4b2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6e082e0b84ddb" /><Relationship Type="http://schemas.openxmlformats.org/officeDocument/2006/relationships/image" Target="/ppt/media/image9.bin" Id="Re962b85516614460" /><Relationship Type="http://schemas.openxmlformats.org/officeDocument/2006/relationships/notesSlide" Target="/ppt/notesSlides/notesSlide9.xml" Id="R26fd0946256240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f8dd74dc43ae" /><Relationship Type="http://schemas.openxmlformats.org/officeDocument/2006/relationships/image" Target="/ppt/media/image10.bin" Id="Rd0ec6d2fc4ad478a" /><Relationship Type="http://schemas.openxmlformats.org/officeDocument/2006/relationships/notesSlide" Target="/ppt/notesSlides/notesSlide10.xml" Id="R85fec5a640ce40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e5be8963347a9" /><Relationship Type="http://schemas.openxmlformats.org/officeDocument/2006/relationships/image" Target="/ppt/media/image11.bin" Id="Rad3d37bd93a9443b" /><Relationship Type="http://schemas.openxmlformats.org/officeDocument/2006/relationships/notesSlide" Target="/ppt/notesSlides/notesSlide11.xml" Id="R886ed9f828d346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1540d7ab44816" /><Relationship Type="http://schemas.openxmlformats.org/officeDocument/2006/relationships/image" Target="/ppt/media/image12.bin" Id="Rd01bf36d73134843" /><Relationship Type="http://schemas.openxmlformats.org/officeDocument/2006/relationships/notesSlide" Target="/ppt/notesSlides/notesSlide12.xml" Id="Rdb3db58a606a41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73bd4d0ad4734" /><Relationship Type="http://schemas.openxmlformats.org/officeDocument/2006/relationships/image" Target="/ppt/media/image13.bin" Id="Re03486255a864397" /><Relationship Type="http://schemas.openxmlformats.org/officeDocument/2006/relationships/notesSlide" Target="/ppt/notesSlides/notesSlide13.xml" Id="Re34bb6d00b2041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826efd8144de1" /><Relationship Type="http://schemas.openxmlformats.org/officeDocument/2006/relationships/image" Target="/ppt/media/image14.bin" Id="R174fd1458f3d4275" /><Relationship Type="http://schemas.openxmlformats.org/officeDocument/2006/relationships/notesSlide" Target="/ppt/notesSlides/notesSlide14.xml" Id="R216fedfb492a42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22646cb9c4910" /><Relationship Type="http://schemas.openxmlformats.org/officeDocument/2006/relationships/image" Target="/ppt/media/image15.bin" Id="Raa94d16de2184a96" /><Relationship Type="http://schemas.openxmlformats.org/officeDocument/2006/relationships/notesSlide" Target="/ppt/notesSlides/notesSlide15.xml" Id="R6d56566123554b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42dfd079f448f" /><Relationship Type="http://schemas.openxmlformats.org/officeDocument/2006/relationships/image" Target="/ppt/media/image16.bin" Id="R519664eead294d81" /><Relationship Type="http://schemas.openxmlformats.org/officeDocument/2006/relationships/notesSlide" Target="/ppt/notesSlides/notesSlide16.xml" Id="R888d8e19053d46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2d1946f3147df" /><Relationship Type="http://schemas.openxmlformats.org/officeDocument/2006/relationships/image" Target="/ppt/media/image17.bin" Id="R2bf05142a0854fb4" /><Relationship Type="http://schemas.openxmlformats.org/officeDocument/2006/relationships/notesSlide" Target="/ppt/notesSlides/notesSlide17.xml" Id="R23e3f80e4d2041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33b80cebf4599" /><Relationship Type="http://schemas.openxmlformats.org/officeDocument/2006/relationships/image" Target="/ppt/media/image18.bin" Id="Rc98bb1a8372f475c" /><Relationship Type="http://schemas.openxmlformats.org/officeDocument/2006/relationships/notesSlide" Target="/ppt/notesSlides/notesSlide18.xml" Id="Rb538fe5f696946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e081ab1a046a3" /><Relationship Type="http://schemas.openxmlformats.org/officeDocument/2006/relationships/image" Target="/ppt/media/image19.bin" Id="Rd850f9753e6941ac" /><Relationship Type="http://schemas.openxmlformats.org/officeDocument/2006/relationships/notesSlide" Target="/ppt/notesSlides/notesSlide19.xml" Id="Re1c24186353043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caaeefb544864" /><Relationship Type="http://schemas.openxmlformats.org/officeDocument/2006/relationships/image" Target="/ppt/media/image20.bin" Id="Rc5f9c860f770446f" /><Relationship Type="http://schemas.openxmlformats.org/officeDocument/2006/relationships/notesSlide" Target="/ppt/notesSlides/notesSlide20.xml" Id="Rbc5ef1f4878449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58c7b5c9f4a9b" /><Relationship Type="http://schemas.openxmlformats.org/officeDocument/2006/relationships/image" Target="/ppt/media/image21.bin" Id="Rf9c22e9188514604" /><Relationship Type="http://schemas.openxmlformats.org/officeDocument/2006/relationships/notesSlide" Target="/ppt/notesSlides/notesSlide21.xml" Id="R92a6e07c246046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5f1b986cc4a95" /><Relationship Type="http://schemas.openxmlformats.org/officeDocument/2006/relationships/image" Target="/ppt/media/image22.bin" Id="R71147f56b6fa422b" /><Relationship Type="http://schemas.openxmlformats.org/officeDocument/2006/relationships/notesSlide" Target="/ppt/notesSlides/notesSlide22.xml" Id="R0a488c5196004bf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bde08d75c4e46" /><Relationship Type="http://schemas.openxmlformats.org/officeDocument/2006/relationships/image" Target="/ppt/media/image23.bin" Id="R8ab2c2f1edb54a4c" /><Relationship Type="http://schemas.openxmlformats.org/officeDocument/2006/relationships/notesSlide" Target="/ppt/notesSlides/notesSlide23.xml" Id="Rbedf8d7b2e314b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4236b20a64fcc" /><Relationship Type="http://schemas.openxmlformats.org/officeDocument/2006/relationships/image" Target="/ppt/media/image24.bin" Id="R8f7ae281cfc14950" /><Relationship Type="http://schemas.openxmlformats.org/officeDocument/2006/relationships/notesSlide" Target="/ppt/notesSlides/notesSlide24.xml" Id="Rf906a7b706af48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51134352c4882" /><Relationship Type="http://schemas.openxmlformats.org/officeDocument/2006/relationships/image" Target="/ppt/media/image25.bin" Id="R773b309237b54c8f" /><Relationship Type="http://schemas.openxmlformats.org/officeDocument/2006/relationships/notesSlide" Target="/ppt/notesSlides/notesSlide25.xml" Id="R87fbe4926ff44cd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76682e8c4a51" /><Relationship Type="http://schemas.openxmlformats.org/officeDocument/2006/relationships/image" Target="/ppt/media/image26.bin" Id="R3e6ae78d5eb5426e" /><Relationship Type="http://schemas.openxmlformats.org/officeDocument/2006/relationships/notesSlide" Target="/ppt/notesSlides/notesSlide26.xml" Id="R381efdbb0be54a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15bf3df54018" /><Relationship Type="http://schemas.openxmlformats.org/officeDocument/2006/relationships/image" Target="/ppt/media/image27.bin" Id="Rf1855cdac6194d01" /><Relationship Type="http://schemas.openxmlformats.org/officeDocument/2006/relationships/notesSlide" Target="/ppt/notesSlides/notesSlide27.xml" Id="R103c88e02f7c4a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c26f98b2a4230" /><Relationship Type="http://schemas.openxmlformats.org/officeDocument/2006/relationships/image" Target="/ppt/media/image28.bin" Id="R183477343fa44c58" /><Relationship Type="http://schemas.openxmlformats.org/officeDocument/2006/relationships/notesSlide" Target="/ppt/notesSlides/notesSlide28.xml" Id="R30f70881af36471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b9c709a64723" /><Relationship Type="http://schemas.openxmlformats.org/officeDocument/2006/relationships/image" Target="/ppt/media/image29.bin" Id="Rd08e071063d84932" /><Relationship Type="http://schemas.openxmlformats.org/officeDocument/2006/relationships/notesSlide" Target="/ppt/notesSlides/notesSlide29.xml" Id="R9f31ffaa919243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463e57eb34a48" /><Relationship Type="http://schemas.openxmlformats.org/officeDocument/2006/relationships/image" Target="/ppt/media/image30.bin" Id="R60c48374a7924b7e" /><Relationship Type="http://schemas.openxmlformats.org/officeDocument/2006/relationships/notesSlide" Target="/ppt/notesSlides/notesSlide30.xml" Id="R43d63117bbfa449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0afd8de9a4323" /><Relationship Type="http://schemas.openxmlformats.org/officeDocument/2006/relationships/image" Target="/ppt/media/image31.bin" Id="Ree1a17a6b6894918" /><Relationship Type="http://schemas.openxmlformats.org/officeDocument/2006/relationships/notesSlide" Target="/ppt/notesSlides/notesSlide31.xml" Id="R3792c9a4494b452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61b5d71a47b2" /><Relationship Type="http://schemas.openxmlformats.org/officeDocument/2006/relationships/image" Target="/ppt/media/image32.bin" Id="R4b22558202374af9" /><Relationship Type="http://schemas.openxmlformats.org/officeDocument/2006/relationships/notesSlide" Target="/ppt/notesSlides/notesSlide32.xml" Id="R93e46aadf34a4a3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ea3d818c94a6f" /><Relationship Type="http://schemas.openxmlformats.org/officeDocument/2006/relationships/image" Target="/ppt/media/image33.bin" Id="Rbe6d2ea02e044839" /><Relationship Type="http://schemas.openxmlformats.org/officeDocument/2006/relationships/notesSlide" Target="/ppt/notesSlides/notesSlide33.xml" Id="Re2c40a2dd619454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2ea4370d42a1" /><Relationship Type="http://schemas.openxmlformats.org/officeDocument/2006/relationships/image" Target="/ppt/media/image34.bin" Id="Rc3aeafe7d77f4377" /><Relationship Type="http://schemas.openxmlformats.org/officeDocument/2006/relationships/notesSlide" Target="/ppt/notesSlides/notesSlide34.xml" Id="R6e706885644b4c6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9b7b72c4f4af8" /><Relationship Type="http://schemas.openxmlformats.org/officeDocument/2006/relationships/image" Target="/ppt/media/image35.bin" Id="Rca796030ada942e8" /><Relationship Type="http://schemas.openxmlformats.org/officeDocument/2006/relationships/notesSlide" Target="/ppt/notesSlides/notesSlide35.xml" Id="R7cfb702d58f144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4f325eabd4661" /><Relationship Type="http://schemas.openxmlformats.org/officeDocument/2006/relationships/image" Target="/ppt/media/image36.bin" Id="Rb746054ce04443c7" /><Relationship Type="http://schemas.openxmlformats.org/officeDocument/2006/relationships/notesSlide" Target="/ppt/notesSlides/notesSlide36.xml" Id="Rec6640bf14c1481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eab5dfe454c21" /><Relationship Type="http://schemas.openxmlformats.org/officeDocument/2006/relationships/image" Target="/ppt/media/image37.bin" Id="R21d0a90da06940a6" /><Relationship Type="http://schemas.openxmlformats.org/officeDocument/2006/relationships/notesSlide" Target="/ppt/notesSlides/notesSlide37.xml" Id="R2219eadb14354df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6fa9bac44309" /><Relationship Type="http://schemas.openxmlformats.org/officeDocument/2006/relationships/image" Target="/ppt/media/image38.bin" Id="Rfdf684625f2a4302" /><Relationship Type="http://schemas.openxmlformats.org/officeDocument/2006/relationships/notesSlide" Target="/ppt/notesSlides/notesSlide38.xml" Id="R5d8b56f6571541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a5047794c4637" /><Relationship Type="http://schemas.openxmlformats.org/officeDocument/2006/relationships/image" Target="/ppt/media/image39.bin" Id="Red96d24b87d744ca" /><Relationship Type="http://schemas.openxmlformats.org/officeDocument/2006/relationships/notesSlide" Target="/ppt/notesSlides/notesSlide39.xml" Id="R3548a5fd09c4466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16ed2a7014a69" /><Relationship Type="http://schemas.openxmlformats.org/officeDocument/2006/relationships/image" Target="/ppt/media/image40.bin" Id="R82c1573b41434bc6" /><Relationship Type="http://schemas.openxmlformats.org/officeDocument/2006/relationships/notesSlide" Target="/ppt/notesSlides/notesSlide40.xml" Id="R83998febed4c4fd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e0a8771bc469b" /><Relationship Type="http://schemas.openxmlformats.org/officeDocument/2006/relationships/image" Target="/ppt/media/image41.bin" Id="Raf74df1049d948d1" /><Relationship Type="http://schemas.openxmlformats.org/officeDocument/2006/relationships/notesSlide" Target="/ppt/notesSlides/notesSlide41.xml" Id="R9e6a39b34fad42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1CD40-0932-410E-88DB-3EA26AB1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2919ce5984982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4BD5B-F84C-47C7-A94B-348D212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封面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3C81E-9B64-4E52-8D97-35E66E9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87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8538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BA4E0-0D52-4AE7-B36D-4EE2B4D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2a1e3d8904598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8E8F0-ACB2-4811-98DC-E6D4102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作品導覽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62364-E371-4453-80C2-FBAED936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88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5668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10F3D-A0DF-4F1F-94D6-B19C4D33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c9eb214244ca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AA493-7AE4-45C6-918B-A90401A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核心能力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B23C3-1539-4E7F-818E-B0B2972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90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1771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41BAD-733D-4559-8B3B-7CD2455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7f91dda0841a2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31FAC-AA1B-458F-8900-6F087CB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關於我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1771-E49F-4047-904D-9C59A86F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79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5024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1F4F7-EB3B-4951-A1EE-617A0570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f3a7f24e5467a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3894-066D-4F6E-AA6B-2AB3BEB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個人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E1BD2-BAD1-48D1-AFA6-19D2DED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06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6211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03977-1872-44A9-B141-2E4BEE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5e264142749da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DF4C4-1668-4156-BF3C-CE0F2F60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IP 人物設計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9D0FF-0A9D-43CB-AAC2-B726220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81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1749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04566-1BCC-4E41-808A-808B5811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1f067fbc24255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5D0ED-8C25-4511-B520-991BCA2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品牌與合作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F4581-D72E-4895-81E8-4C078E5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39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4249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4B8F-9CA8-4F8B-B933-77FFF10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4a2d8e9294fe4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61470-1866-41AA-A6F4-CA79E6F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社群作品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79425-06C1-4E0B-9D75-5A376CF5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65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0221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4AE0C-61B4-42D7-B5D6-BD0EBD3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2b85516614460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012E4-0535-4525-AA34-0E17696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社群經營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9F52-390D-4EE6-AD71-CEBABDA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81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4422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1DBC7-29DA-46C4-BF22-101A6DC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c6d2fc4ad478a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16765-CC80-44B4-8084-B34734A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社群經營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65ABF-A14D-4B7C-B651-4E575DD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87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9213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791DB-33F8-40CB-8E57-B58F08A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d37bd93a9443b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734FC-1718-47AC-B96C-991E4F0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社群經營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C4119-7D7B-4539-A7DB-1DC5557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1142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2F121-D77F-4294-9BA7-2E43A25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bf36d73134843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ADC3C-5100-4378-932F-F689FC97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內容企劃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FE09E-EF8D-47BE-B470-4597B141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40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8138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44E0E-FB05-4843-BD33-F8423272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486255a864397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2E078-5FE7-4362-AE28-69FE355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影音與設計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57CF8-EA87-4F0E-ABFC-4DDA1197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43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46535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8BD00-09A2-4D62-8258-BBC76201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fd1458f3d4275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1225D-614E-41F1-8396-0F2F69F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影片剪輯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65EDC-13FE-4A51-B8FC-059F440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25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6915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19EC0-2CF5-43E6-B980-453A195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4d16de2184a96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0CA1B-92C1-4E17-8624-B75D4D3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AI IP 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15533-B856-4216-BAF5-A42EC31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63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75067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988C5-B6FD-4D00-B6B3-4C4ABB9C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664eead294d81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2A32E-4DAE-4BA6-B9A4-B47860C7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AI IP 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DF66-FBF4-4DFD-AC24-9131CDBA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27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945810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62F1C-18FA-4ED7-AF9D-633D49E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05142a0854fb4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0F837-875B-4711-968F-C7F73BA6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AI IP 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E5BB8-C386-495D-86A5-9A98556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66801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19FFE-C9A2-4001-8318-EEBED7B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bb1a8372f475c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70BBA-E199-4827-ABCE-39CFC2E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AI IP 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CD1D6-094D-4126-BB7F-C16C5ED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0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093986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880BB-5021-4FC2-9FB5-215EA77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0f9753e6941ac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0BE3-986D-4413-BF60-6CAE1E7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電商視覺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82F9A-A16B-4F8D-A8AD-36373F4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27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809204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F682-33D1-4CD8-B4D5-30C9CBE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c860f770446f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46446-07B5-49AB-9650-AEDE5C6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行銷企劃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BD590-CB6F-43A6-9EAB-FE61729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88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018038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7FC16-979E-4E82-9991-115093B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22e9188514604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DB57F-5D59-49B9-BD32-42BFB8F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周邊商品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DD2BE-4969-4F98-BE5F-E908FB52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403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810311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13031-5797-4F38-A917-D978FB63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47f56b6fa422b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E2445-544A-454B-9E5D-032C897B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平面設計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CBA9F-FB3E-43EB-869D-FD1F979B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451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0587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ECCA8-4F8A-4B4A-AD3D-64DB3B2E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2c2f1edb54a4c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AA86-76A7-4D70-A3CB-1FA3869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貼圖與長文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E6302-C92F-44BA-8667-171424F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45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45693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C0916-3672-4D61-A53D-2ED4995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ae281cfc14950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6617-9E60-4429-A92B-2A09F28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Banner 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E9C2-0335-443C-8B45-305E750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60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845493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B3995-B96C-4856-8995-866D8E3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b309237b54c8f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15BB-C71F-4CB3-92E7-19B5491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電商長圖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EC31C-DA40-4D86-BBF3-42103E5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63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263537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0A32-482B-4ECC-BDD8-3BFB5E81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ae78d5eb5426e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A8CB6-CE56-49CE-98B0-4E043EC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模擬設計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81445-D529-4ADA-9B40-AABAD1D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5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48409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60E17-F5F2-412E-9870-1A2B5E2F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55cdac6194d01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4E2E1-17A0-4FA4-81EE-72B5814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模擬設計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D5754-7D7A-48B3-A48B-D5F4FB20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91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554897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AAF7B-2221-439D-82C5-4F239460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477343fa44c58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1F21-B5E8-4C2B-B951-6108C4A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模擬設計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CEAC2-2FCC-423B-A817-70A73C6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07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143731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4EB60-CC7A-43F7-938F-DF5C48F9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e071063d84932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5220A-76C7-4B99-9302-377CA2C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電商長圖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39661-684D-419E-A6AB-F4567CAB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5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778429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944A-64C5-4154-9978-B5629C2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48374a7924b7e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F7D10-C9E0-4CA8-A225-5F4F49B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刊物設計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B0AA6-7CB6-4DAD-9B28-A28A2A4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90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953160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24078-2077-4EC0-8621-921E6FB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a17a6b6894918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F59C4-CDCE-4B0D-9A70-9925C7C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刊物設計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F309D-EA0D-4BFC-8080-98A8A37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345504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28A7-A23E-48BC-A1CE-4EDB643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2558202374af9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072A6-FA55-4457-911E-160B8664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周邊商品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07EEC-77FE-48DD-8C91-94D2882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45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837053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EE219-1359-4A3B-9E2F-805F49B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d2ea02e044839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C61E0-7C7B-484A-9CB1-A942FC5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Banner 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9E5BF-98F9-42DA-9A65-CAB541E4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478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946847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FBB38-4F64-4937-8527-8010BA0B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eafe7d77f4377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38A43-C9EE-46DC-96DD-C2ED35D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文宣設計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5E746-F440-463E-ABCE-E27DB88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8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563011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6AA9A-4A14-4678-BD26-C948FB7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96030ada942e8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C4D60-8A4C-4038-93C4-A4688C7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文宣設計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43C57-D209-4EDE-9946-F1952FBA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63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0204545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C8A3-433B-478E-A417-AC79B397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6054ce04443c7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E12D6-5B70-4AE5-9546-A363B2D4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活動海報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925CB-115F-4271-8754-58014C8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8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41958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CB522-04BD-4C9C-83B0-F40644E5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0a90da06940a6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40F48-9577-4653-8E86-BC64D00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AR／VR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CBE83-A8BB-4F07-AE85-2AFEF4A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91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526109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8D21E-8921-4ED3-BEA4-D83DC96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684625f2a4302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E74FB-020F-4AEE-80B2-7DF33C6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3D 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1A5D4-17CB-4010-840A-67CA71C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102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683716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4E661-1E81-46A2-962A-477115D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6d24b87d744ca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7D20C-EC68-427B-89A5-3A420C9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3D 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A5410-F6C7-4A94-905B-113EF81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828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981707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554DB-F0AA-4DEA-BC9E-9C69801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1573b41434bc6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AEE2D-6F39-478D-90EF-6335639C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3D 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9EB3-9353-4726-A953-ADC15C6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779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452592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7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C89C-D31F-47C0-A71C-28A5575C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6205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FE5"/>
          </a:solidFill>
          <a:ln xmlns:a="http://schemas.openxmlformats.org/drawingml/2006/main" w="19050">
            <a:solidFill>
              <a:srgbClr val="DDB24B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4df1049d948d1"/>
          <a:stretch xmlns:a="http://schemas.openxmlformats.org/drawingml/2006/main"/>
        </p:blipFill>
        <p:spPr>
          <a:xfrm xmlns:a="http://schemas.openxmlformats.org/drawingml/2006/main">
            <a:off x="457200" y="514350"/>
            <a:ext cx="11277600" cy="6343650"/>
          </a:xfrm>
          <a:prstGeom xmlns:a="http://schemas.openxmlformats.org/drawingml/2006/main" prst="roundRect">
            <a:avLst>
              <a:gd name="adj" fmla="val 240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58EBE-3CCD-4967-B1D7-52C5F42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441"/>
          </a:solidFill>
          <a:ln xmlns:a="http://schemas.openxmlformats.org/drawingml/2006/main" w="9525">
            <a:solidFill>
              <a:srgbClr val="DDB2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4D789"/>
                </a:solidFill>
                <a:latin typeface="PingFang TC"/>
                <a:ea typeface="PingFang TC"/>
                <a:cs typeface="PingFang TC"/>
              </a:rPr>
              <a:t>未來期許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3C53-181A-4BD5-B949-9AA3831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24B"/>
          </a:solidFill>
          <a:ln xmlns:a="http://schemas.openxmlformats.org/drawingml/2006/main" w="9525">
            <a:solidFill>
              <a:srgbClr val="171441"/>
            </a:solidFill>
          </a:ln>
        </p:spPr>
        <p:txBody>
          <a:bodyPr xmlns:a="http://schemas.openxmlformats.org/drawingml/2006/main" anchor="ctr">
            <a:normAutofit fontScale="9251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44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71441"/>
                </a:solidFill>
                <a:latin typeface="Georgia"/>
                <a:ea typeface="Georgia"/>
                <a:cs typeface="Georgia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601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2026-09-11T10:50:42.8340000Z</dcterms:created>
  <dcterms:modified xsi:type="dcterms:W3CDTF">2026-09-11T10:50:42.8340000Z</dcterms:modified>
</coreProperties>
</file>